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ato"/>
      <p:regular r:id="rId201314"/>
    </p:embeddedFont>
    <p:embeddedFont>
      <p:font typeface="Lato Bold"/>
      <p:regular r:id="rId201315"/>
    </p:embeddedFont>
    <p:embeddedFont>
      <p:font typeface="Lato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purchases • 18 columns • goal: uncover spending, segments, preferences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570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31170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720181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128863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31170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720181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Demographics, purchase details, behavior, shipping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37 nulls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73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— Cleaning &amp; Prep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5008"/>
            <a:ext cx="5243481" cy="2971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409005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93089" y="1655961"/>
            <a:ext cx="5243481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3"/>
          <p:cNvSpPr/>
          <p:nvPr/>
        </p:nvSpPr>
        <p:spPr>
          <a:xfrm>
            <a:off x="6293089" y="177224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Load &amp; Explore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93089" y="2146399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df.info(), .describe()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3089" y="2622252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93089" y="2869208"/>
            <a:ext cx="5243481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7"/>
          <p:cNvSpPr/>
          <p:nvPr/>
        </p:nvSpPr>
        <p:spPr>
          <a:xfrm>
            <a:off x="6293089" y="298549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Impute Ratings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93089" y="3359646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Median by product category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93089" y="3835499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3089" y="4082455"/>
            <a:ext cx="5243481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11"/>
          <p:cNvSpPr/>
          <p:nvPr/>
        </p:nvSpPr>
        <p:spPr>
          <a:xfrm>
            <a:off x="6293089" y="4198739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93089" y="4572893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Rename to snake_case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93089" y="5048746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93089" y="5295702"/>
            <a:ext cx="5243481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8" name="Text 15"/>
          <p:cNvSpPr/>
          <p:nvPr/>
        </p:nvSpPr>
        <p:spPr>
          <a:xfrm>
            <a:off x="6293089" y="5411986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Eng.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93089" y="5786140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age_group, purchase_frequency_days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5560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 Analysis — Revenue &amp; Segments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832993"/>
            <a:ext cx="2917851" cy="26566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6833" y="2790428"/>
            <a:ext cx="2917851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by gender: Male &gt; Female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segments: Loyal 3,116 • Returning 701 • New 83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45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Top Products &amp; Ratings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13174"/>
            <a:ext cx="558786" cy="698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3013174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421856"/>
            <a:ext cx="17449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 3.86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013174"/>
            <a:ext cx="558786" cy="698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 3.84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013174"/>
            <a:ext cx="558786" cy="698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 3.82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013174"/>
            <a:ext cx="558786" cy="698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 3.80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02298"/>
            <a:ext cx="558786" cy="698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6495" y="4102298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Skirt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456495" y="4510980"/>
            <a:ext cx="17449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rating 3.78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3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Discounts &amp; High-Spenders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2251" y="1807071"/>
            <a:ext cx="3504219" cy="18132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48255" y="2021483"/>
            <a:ext cx="29738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348255" y="2801045"/>
            <a:ext cx="2973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839 rows — customers used discounts yet spent above average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809305"/>
            <a:ext cx="3504219" cy="21156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8255" y="4023717"/>
            <a:ext cx="29738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Discount-Dependent Products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48255" y="4803279"/>
            <a:ext cx="2973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Top: Hat 50% • Sneakers 49.66% • Coat 49.07% • Sweater 48.17% • Pants 47.37%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Shipping &amp; Subscription Insights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Subscribers: 1,053 • avg spend $59.49 • total revenue $62,645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Non-subscribers: 2,847 • avg $59.87 • total $170,436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32776" y="2938066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E7E7E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23115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7024" y="315535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 contribute meaningful recurring revenue — opportunity to grow.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 Groups &amp;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58529"/>
            <a:ext cx="3504219" cy="30148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631255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marketing on Young Adult &amp; Middle-aged (largest revenue)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214630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810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56682" y="1146969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metrics showcased interactively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33116"/>
            <a:ext cx="7643125" cy="411837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56560"/>
            <a:ext cx="332176" cy="332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6105525"/>
            <a:ext cx="3544997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3.9K Customers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3250" y="5656560"/>
            <a:ext cx="332176" cy="3321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23250" y="6105525"/>
            <a:ext cx="35450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$59.76 Avg Purchase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5124" y="5656560"/>
            <a:ext cx="332176" cy="3321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85124" y="6105525"/>
            <a:ext cx="35450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3.75 Avg Rating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Recommendations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900" y="1493937"/>
            <a:ext cx="265800" cy="265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Boost Subscriptions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subscriber benefits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900" y="2538115"/>
            <a:ext cx="265800" cy="265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Loyalty Programs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grow Loyal segment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900" y="3582293"/>
            <a:ext cx="265800" cy="2658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Review Discount Policy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lift with margin control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900" y="4626471"/>
            <a:ext cx="265800" cy="2658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 Positioning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top-rated &amp; best-selling items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900" y="5670649"/>
            <a:ext cx="265800" cy="26580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and express-shipping users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2026-09-04T17:29:20Z</dcterms:created>
  <dcterms:modified xsi:type="dcterms:W3CDTF">2026-09-04T17:29:20Z</dcterms:modified>
</cp:coreProperties>
</file>